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Fake Router Honeypot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</a:t>
            </a:r>
          </a:p>
          <a:p>
            <a:r>
              <a:t>Fake Login Based IoT Honeypot</a:t>
            </a:r>
          </a:p>
          <a:p>
            <a:r>
              <a:t>Beginner Friendly Security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routers are common targets</a:t>
            </a:r>
          </a:p>
          <a:p>
            <a:r>
              <a:t>Attackers try default passwords</a:t>
            </a:r>
          </a:p>
          <a:p>
            <a:r>
              <a:t>No early detection for small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router login page (honeypot)</a:t>
            </a:r>
          </a:p>
          <a:p>
            <a:r>
              <a:t>Logs attacker credentials</a:t>
            </a:r>
          </a:p>
          <a:p>
            <a:r>
              <a:t>Analyzes password strength</a:t>
            </a:r>
          </a:p>
          <a:p>
            <a:r>
              <a:t>Generates risk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visits fake router page</a:t>
            </a:r>
          </a:p>
          <a:p>
            <a:r>
              <a:t>Credentials are entered</a:t>
            </a:r>
          </a:p>
          <a:p>
            <a:r>
              <a:t>Backend analyzes input</a:t>
            </a:r>
          </a:p>
          <a:p>
            <a:r>
              <a:t>Data is logged securely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router interface</a:t>
            </a:r>
          </a:p>
          <a:p>
            <a:r>
              <a:t>Password strength analysis</a:t>
            </a:r>
          </a:p>
          <a:p>
            <a:r>
              <a:t>Risk scoring</a:t>
            </a:r>
          </a:p>
          <a:p>
            <a:r>
              <a:t>No real router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Flask Framework</a:t>
            </a:r>
          </a:p>
          <a:p>
            <a:r>
              <a:t>HTML</a:t>
            </a:r>
          </a:p>
          <a:p>
            <a:r>
              <a:t>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login</a:t>
            </a:r>
          </a:p>
          <a:p>
            <a:r>
              <a:t>System traps credentials</a:t>
            </a:r>
          </a:p>
          <a:p>
            <a:r>
              <a:t>Shows connection failed</a:t>
            </a:r>
          </a:p>
          <a:p>
            <a:r>
              <a:t>Logs data for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attacker detection</a:t>
            </a:r>
          </a:p>
          <a:p>
            <a:r>
              <a:t>Credential intelligence</a:t>
            </a:r>
          </a:p>
          <a:p>
            <a:r>
              <a:t>Awareness of weak passwords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IoT integration</a:t>
            </a:r>
          </a:p>
          <a:p>
            <a:r>
              <a:t>Live dashboard</a:t>
            </a:r>
          </a:p>
          <a:p>
            <a:r>
              <a:t>AI-based attack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yet effective honeypot</a:t>
            </a:r>
          </a:p>
          <a:p>
            <a:r>
              <a:t>Hackathon-ready project</a:t>
            </a:r>
          </a:p>
          <a:p>
            <a:r>
              <a:t>Scalable security concept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